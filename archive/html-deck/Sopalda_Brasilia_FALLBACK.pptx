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draw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 CHEM 2026  ·  BERLIN  ·  26 OCTOBER  ·  OPENING PANEL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Brasília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Plant Floor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People, Data and AI in Sustainable Digital Transformation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Sopalda  ·  Global Data Governance Lead  ·  dsm-firmenich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ARCHITECT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am an architect.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as a metaphor.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studied architecture. I drew buildings. Then I spent twenty years designing something else: the ethereal structures around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draw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5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1945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design for the drawing, not for the person who has to live with it.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4572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am not here to sell you a framework this morning.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BRASÍLIA  ·  JAN GEHL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 from above.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can make perfect sense from a helicopter and feel completely different when you walk through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str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STREET LEVEL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023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city was finished.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just was not designed around the people who had to live and work in it.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pl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WHEN THE DRAWING MEETS THE 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3474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Seen from above,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looks complete.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framework reaches the plant.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BEEN THE PERSON WITH THE BEAUTIFUL DRAWING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had built them a plaza nobody wanted to stand 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stopped asking whether the framework was complete. I became interested in whether people actually used 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SUSTAINABILITY HAS THE SAME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Eventually the ambition has to become evidence.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carb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54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CARBON NUMBER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6D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 number looks like chemistry. It is a data product.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937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report what you cannot trace.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THEN SOMEONE SAYS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don’t we just use AI?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    lot     campaign     shift     tank     order     recipe     day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people. One word. Eight different things.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an agent on top of ambiguity does not remove the problem. It scales it up.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PROJECT I SAW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10 000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2011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6D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2 000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relevant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embedded. All of it consuming tokens and energy.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ROAD TO THE SHINY CITY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not get there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teleportation.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  ·   OWNERSHIP   ·   LINEAGE   ·   QUALITY   ·   CONTEXT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pl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BACK AT GROUND LEVEL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twin is still a plan.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only becomes sustainable, in both senses, when the operator on the night shift trusts what it tells them.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do not own risk.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do.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Always.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BACK TO BRASÍLIA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023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beautiful from the air.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D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drawing was superb. The problem was the distance.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ASK IT AT LUNCH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one word in your organisation that means something different depending on which floor you are standing 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discover that the answer tells you more about your governance than another hundred-page framework ever could.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brasilia-talk/assets/draw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08">
              <a:alpha val="4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Eduardo Sopalda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Governance Lead  ·  dsm-firmenich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eduardosopalda.com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Brasília to the Plant Floor</dc:title>
  <dc:subject>AUTOMA Chem 2026 opening panel</dc:subject>
  <dc:creator>Eduardo Sopalda</dc:creator>
  <cp:lastModifiedBy>Eduardo Sopalda</cp:lastModifiedBy>
  <cp:revision>1</cp:revision>
  <dcterms:created xsi:type="dcterms:W3CDTF">2026-09-21T12:22:29Z</dcterms:created>
  <dcterms:modified xsi:type="dcterms:W3CDTF">2026-09-21T12:22:29Z</dcterms:modified>
</cp:coreProperties>
</file>